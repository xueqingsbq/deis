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914400"/>
            <a:ext cx="7955279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554"/>
                </a:solidFill>
              </a:rPr>
              <a:t>毕业设计中期答辩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D2D2D"/>
                </a:solidFill>
              </a:rPr>
              <a:t>数据基础设施标识管理系统的设计与实现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</a:rPr>
              <a:t>学生：__________    学号：__________
专业：__________    日期：2026 年 3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Midterm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1. 课题背景与问题提出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先回答为什么做，而不是先介绍模块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问题一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数据资源分散
缺少统一标识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问题二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跨节点环境下
定位与解析困难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问题三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共享链路不清晰
资源关联弱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问题四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智能体接入缺少
统一开放接口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7406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现有数据资源通常分散在不同机构、不同节点、不同系统中，名称、路径和管理方式不统一。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当资源跨节点流转时，往往只能知道“有数据”，却难以稳定定位、解析和复用。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因此，本课题聚焦“统一标识 + 数字对象 + 多节点解析 + 开放接入”这一条主线，构建数据基础设施标识管理系统。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7406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本页结论：本课题解决的是多节点数据资源“难标识、难解析、难共享、难开放接入”的问题。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2. 研究目标与主要内容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把课题范围收敛到四个可落地目标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目标一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统一标识编码
与校验机制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目标二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数字对象模型
与元数据管理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目标三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多节点解析
与路由协同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1554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目标四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MCP / 智能体
开放接入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设计统一标识规则，支撑注册、校验、解析、删除、更新等核心操作。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构建数字对象模型，建立标识、元数据、资源之间的关联关系。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实现多节点环境下的路由、转发与跨节点解析能力。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通过认证中心、MCP 和 DeepResearch 前端形成可演示的完整系统链路。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4243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本页结论：本课题不是做一个普通后台，而是做一套面向数据基础设施场景的标识管理能力底座。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3. 系统总体架构图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用一张图讲清系统分层与模块关系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325880"/>
            <a:ext cx="7223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应用展示层：DeepResearch Frontend / 节点控制台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011680"/>
            <a:ext cx="6675120" cy="566928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研究编排层：DeepResearch 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2697480"/>
            <a:ext cx="6126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开放接入层：DRIS MCP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383280"/>
            <a:ext cx="3657600" cy="77724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业务服务层：dris-enterprise-backend-v2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3383280"/>
            <a:ext cx="2606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认证安全层：dris-auth-center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389120"/>
            <a:ext cx="2606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核心支撑：dris-java-sdk-next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4389120"/>
            <a:ext cx="2606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协议支撑：drirp-java-sdk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389120"/>
            <a:ext cx="1097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COS
存储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40680"/>
            <a:ext cx="2103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节点 A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5440680"/>
            <a:ext cx="2103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节点 B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5440680"/>
            <a:ext cx="2103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节点 C Backend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606040"/>
            <a:ext cx="0" cy="64008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743200" y="4160520"/>
            <a:ext cx="960120" cy="22860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4160520"/>
            <a:ext cx="365760" cy="22860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3749039"/>
            <a:ext cx="594360" cy="640081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5212080"/>
            <a:ext cx="0" cy="27432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389120" y="5212080"/>
            <a:ext cx="0" cy="27432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812280" y="5212080"/>
            <a:ext cx="0" cy="27432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355080"/>
            <a:ext cx="749807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785C"/>
                </a:solidFill>
              </a:rPr>
              <a:t>本页结论：系统采用分层解耦设计，下层提供标识与协议能力，中层承载业务，上层支持认证、MCP 和前端接入。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4. 核心类图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只画最核心的领域模型，不展示实现层细节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828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Identifier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value
regionCode
organizationCode
checkCode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25880"/>
            <a:ext cx="2834640" cy="205740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DigitalObject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identifier
metadata
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1828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IdentifierMetadata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name
description
owner
industry
dataCategory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0690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Resource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resourceType
storageType
locator
size
hash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331720"/>
            <a:ext cx="36576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06440" y="2331720"/>
            <a:ext cx="36576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43400" y="3429000"/>
            <a:ext cx="0" cy="59436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20" y="1901952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</a:rPr>
              <a:t>resolves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01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</a:rPr>
              <a:t>contains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5760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</a:rPr>
              <a:t>contains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标识不是孤立字符串，而是数字对象的唯一入口。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数字对象向下关联元数据与资源，因此解析结果既能返回描述信息，也能返回资源定位信息。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资源既可以是文件型资源，也可以是工具型或服务型资源。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5. 关键时序图：跨节点标识解析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突出系统从单节点解析向多节点协同解析的扩展能力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前端/调用方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35608" y="1783080"/>
            <a:ext cx="0" cy="3840480"/>
          </a:xfrm>
          <a:prstGeom prst="line">
            <a:avLst/>
          </a:prstGeom>
          <a:ln w="1524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2344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当前节点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55848" y="1783080"/>
            <a:ext cx="0" cy="3840480"/>
          </a:xfrm>
          <a:prstGeom prst="line">
            <a:avLst/>
          </a:prstGeom>
          <a:ln w="1524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63440" y="12344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路由管理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76088" y="1783080"/>
            <a:ext cx="0" cy="3840480"/>
          </a:xfrm>
          <a:prstGeom prst="line">
            <a:avLst/>
          </a:prstGeom>
          <a:ln w="1524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0" y="12344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相邻节点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96328" y="1783080"/>
            <a:ext cx="0" cy="3840480"/>
          </a:xfrm>
          <a:prstGeom prst="line">
            <a:avLst/>
          </a:prstGeom>
          <a:ln w="15240">
            <a:solidFill>
              <a:srgbClr val="B4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75688" y="1645920"/>
            <a:ext cx="128016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31720" y="1527048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1. 发起解析请求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55848" y="2240280"/>
            <a:ext cx="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11880" y="212140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2. 本地查询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55848" y="2834640"/>
            <a:ext cx="192024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11880" y="2715768"/>
            <a:ext cx="1691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3. 查询候选下一跳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55848" y="3429000"/>
            <a:ext cx="192024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11880" y="3310128"/>
            <a:ext cx="1691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4. 返回路由信息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55848" y="4069080"/>
            <a:ext cx="384048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11880" y="3950208"/>
            <a:ext cx="3611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5. DRIRP 远端解析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355848" y="4663440"/>
            <a:ext cx="384048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11880" y="4544568"/>
            <a:ext cx="3611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6. 返回解析结果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075688" y="5257800"/>
            <a:ext cx="128016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31720" y="5138928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</a:rPr>
              <a:t>7. 汇总结果返回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7406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本页结论：系统先做本地解析，本地未命中时再依据路由表向相邻节点转发请求，实现多节点分布式解析。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6. 目前已完成情况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中期阶段重点证明：系统不是停留在设计，而是已经可运行、可联调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模块完成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SDK / 协议
后端 / 认证
MCP /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链路打通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注册
解析
资源绑定
搜索 / 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多节点联调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本地 6 节点
路由 / 跨节点解析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1554480" cy="132588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测试结果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36 项
35 项通过
97.22%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已完成新一代 DRIS 核心 SDK 与 DRIRP 协议 SDK 重构，保留标识规则、核心模型和协议消息能力。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已完成企业后端主要接口：标识注册、数字对象解析、资源绑定、搜索、审计、节点路由、跨节点批量解析。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已完成认证中心、MCP 服务、DeepResearch 编排器与前端工作台的联通。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已完成本地 6 节点部署联调，系统主链路已具备运行和演示条件。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本页结论：当前系统已经从“方案设计阶段”推进到“可运行、可联调、可演示阶段”。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7. 当前问题、解决方案与后续计划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中期答辩要明确：还差什么、怎么补、何时完成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331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当前问题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1. 上传完成阶段的实体校验仍需加强
2. 前端展示与交互仍需优化
3. 多节点鲁棒性与实验数据仍需补充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417320"/>
            <a:ext cx="2743200" cy="356616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对应方案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1. 增加对象存在性、大小一致性和摘要校验
2. 完善节点拓扑、标识管理、资源绑定、审计等页面
3. 继续优化状态探测、连接复用与测试样例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2331720" cy="356616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后续安排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3 月中下旬：问题收口与页面优化
4 月：实验测试与论文第四、五章
5 月：论文定稿与最终答辩准备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04688"/>
            <a:ext cx="7406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本页结论：后续工作重点不是再铺新功能，而是围绕可靠性、展示性和论文材料做系统收口。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8. 中期总结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最后只回答三件事：解决什么问题、做到什么程度、后续怎么完成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7269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本课题面向多节点数据资源场景，聚焦统一标识、数字对象组织、跨节点解析与开放接入问题。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目前已完成系统总体架构设计和核心模块实现，形成了可运行、可联调、可演示的数据基础设施标识管理系统原型。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后续将重点完善资源可信校验、前端展示、实验评估和论文撰写，按计划推进最终答辩。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8348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5785C"/>
                </a:solidFill>
              </a:rPr>
              <a:t>谢谢各位老师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