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91440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7132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B4F"/>
                </a:solidFill>
              </a:rPr>
              <a:t>毕业设计中期答辩</a:t>
            </a:r>
          </a:p>
          <a:p>
            <a:r>
              <a:rPr sz="2000">
                <a:solidFill>
                  <a:srgbClr val="323232"/>
                </a:solidFill>
              </a:rPr>
              <a:t>数据基础设施标识管理系统的设计与实现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88620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E6E6E"/>
                </a:solidFill>
              </a:rPr>
              <a:t>学生：__________    学号：__________
专业：__________    日期：2026 年 3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Midterm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1. 课题背景与研究目标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从“数据资源难统一标识、难跨节点解析、难开放共享”出发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当前数据资源分散在不同机构、不同节点、不同系统中，存在命名不统一、定位不稳定、共享链路不清晰的问题。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传统数据管理方式更偏重单系统内部管理，缺乏适用于多节点环境的数据标识、解析和路由机制。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本课题希望构建一套面向数据基础设施场景的标识管理系统，支撑标识注册、数字对象描述、资源绑定、跨节点解析与统一开放接入。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在此基础上，进一步支持认证接入、MCP 工具封装和 DeepResearch 研究前端，为智能体场景提供底层能力支撑。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2. 主要研究内容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围绕标识、解析、资源、节点与开放接入展开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内容一</a:t>
            </a:r>
          </a:p>
          <a:p>
            <a:r>
              <a:rPr sz="1600">
                <a:solidFill>
                  <a:srgbClr val="323232"/>
                </a:solidFill>
              </a:rPr>
              <a:t>统一标识编码规则
与校验机制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4630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内容二</a:t>
            </a:r>
          </a:p>
          <a:p>
            <a:r>
              <a:rPr sz="1600">
                <a:solidFill>
                  <a:srgbClr val="323232"/>
                </a:solidFill>
              </a:rPr>
              <a:t>数字对象模型
与元数据管理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内容三</a:t>
            </a:r>
          </a:p>
          <a:p>
            <a:r>
              <a:rPr sz="1600">
                <a:solidFill>
                  <a:srgbClr val="323232"/>
                </a:solidFill>
              </a:rPr>
              <a:t>资源绑定、定位
与共享访问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63040"/>
            <a:ext cx="1645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内容四</a:t>
            </a:r>
          </a:p>
          <a:p>
            <a:r>
              <a:rPr sz="1600">
                <a:solidFill>
                  <a:srgbClr val="323232"/>
                </a:solidFill>
              </a:rPr>
              <a:t>多节点解析
与路由机制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15468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内容五</a:t>
            </a:r>
          </a:p>
          <a:p>
            <a:r>
              <a:rPr sz="1600">
                <a:solidFill>
                  <a:srgbClr val="323232"/>
                </a:solidFill>
              </a:rPr>
              <a:t>认证中心与
安全接入能力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15468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内容六</a:t>
            </a:r>
          </a:p>
          <a:p>
            <a:r>
              <a:rPr sz="1600">
                <a:solidFill>
                  <a:srgbClr val="323232"/>
                </a:solidFill>
              </a:rPr>
              <a:t>MCP 工具封装
与智能体接入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546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内容七</a:t>
            </a:r>
          </a:p>
          <a:p>
            <a:r>
              <a:rPr sz="1600">
                <a:solidFill>
                  <a:srgbClr val="323232"/>
                </a:solidFill>
              </a:rPr>
              <a:t>DeepResearch
研究前端展示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3. 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当前已形成较完整的分层工程结构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前端展示层：DeepResearch Frontend / 节点控制台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39112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研究编排层：DeepResearch 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52344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开放接入层：DRIS MCP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65576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业务服务层：dris-enterprise-backend-v2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78808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认证与安全层：dris-auth-center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92040"/>
            <a:ext cx="7315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92B4F"/>
                </a:solidFill>
              </a:rPr>
              <a:t/>
            </a:r>
          </a:p>
          <a:p>
            <a:r>
              <a:rPr sz="1500">
                <a:solidFill>
                  <a:srgbClr val="323232"/>
                </a:solidFill>
              </a:rPr>
              <a:t>核心支撑层：dris-java-sdk-next / drirp-java-sdk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4. 目前已完成情况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已完成核心模块开发、多节点联调与阶段性测试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完成新一代 DRIS 核心 SDK 与 DRIRP 协议 SDK 的重构，保留标识规则、核心模型与协议消息基础能力。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完成企业后端主要接口：标识注册、解析、元数据更新、资源绑定、搜索、审计、节点路由、跨节点批量解析。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完成认证中心、MCP 服务、DeepResearch 编排器与前端工作台的联通。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完成本地 6 节点部署联调，系统主链路已具备运行和演示条件。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5. 阶段成果与测试结果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当前系统已具备中期检查和演示基础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测试用例数</a:t>
            </a:r>
          </a:p>
          <a:p>
            <a:r>
              <a:rPr sz="2400">
                <a:solidFill>
                  <a:srgbClr val="323232"/>
                </a:solidFill>
              </a:rPr>
              <a:t>36 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55448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通过用例数</a:t>
            </a:r>
          </a:p>
          <a:p>
            <a:r>
              <a:rPr sz="2400">
                <a:solidFill>
                  <a:srgbClr val="323232"/>
                </a:solidFill>
              </a:rPr>
              <a:t>35 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通过率</a:t>
            </a:r>
          </a:p>
          <a:p>
            <a:r>
              <a:rPr sz="2400">
                <a:solidFill>
                  <a:srgbClr val="323232"/>
                </a:solidFill>
              </a:rPr>
              <a:t>97.22%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1554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2B4F"/>
                </a:solidFill>
              </a:rPr>
              <a:t>本地节点</a:t>
            </a:r>
          </a:p>
          <a:p>
            <a:r>
              <a:rPr sz="2400">
                <a:solidFill>
                  <a:srgbClr val="323232"/>
                </a:solidFill>
              </a:rPr>
              <a:t>6 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23232"/>
                </a:solidFill>
              </a:defRPr>
            </a:pPr>
            <a:r>
              <a:t>已打通节点启动与注册、标识注册与解析、资源上传与绑定、跨节点解析、全局检索、审计查询、认证访问、MCP 调用、DeepResearch 前端展示等链路。</a:t>
            </a:r>
          </a:p>
          <a:p>
            <a:pPr>
              <a:spcAft>
                <a:spcPts val="800"/>
              </a:spcAft>
              <a:defRPr sz="1700">
                <a:solidFill>
                  <a:srgbClr val="323232"/>
                </a:solidFill>
              </a:defRPr>
            </a:pPr>
            <a:r>
              <a:t>系统已从单模块开发阶段进入多模块协同、可联调、可答辩展示阶段。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6. 存在的主要问题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中期阶段的主要问题集中在可靠性、展示性和工程收口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资源上传完成阶段的实体校验仍需加强，需进一步校验对象是否真实存在、大小是否一致、摘要是否匹配。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前端控制台虽然已具备主要功能，但页面交互与可视化呈现仍需继续优化，以适配答辩演示需要。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多节点环境下的异常恢复、状态探测、批量场景下的性能观测等工程化细节仍需补强。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论文材料、测试材料、系统设计说明等文档仍需进一步规范化整理。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7. 解决方案与后续计划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后续重点放在问题收口、材料整理和答辩准备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补齐 completeUpload 链路中的对象存在性、大小一致性和摘要一致性校验，并补充回归测试。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完善总览、节点拓扑、标识管理、资源绑定、审计中心等前端页面，提升演示效果。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继续优化跨节点解析、节点状态探测、执行器隔离和连接复用，增强系统鲁棒性。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整理系统设计文档、数据库设计、测试说明、实验结果与论文正文内容。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形成稳定的中后期答辩演示脚本与测试样例集。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B4F"/>
                </a:solidFill>
              </a:rPr>
              <a:t>8. 中期总结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6E"/>
                </a:solidFill>
              </a:rPr>
              <a:t>系统主体已成型，后续进入优化与论文整理阶段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23232"/>
                </a:solidFill>
              </a:defRPr>
            </a:pPr>
            <a:r>
              <a:t>本课题已完成系统总体架构设计和核心模块实现，形成了面向数据基础设施场景的标识管理系统原型。</a:t>
            </a:r>
          </a:p>
          <a:p>
            <a:pPr>
              <a:spcAft>
                <a:spcPts val="800"/>
              </a:spcAft>
              <a:defRPr sz="1900">
                <a:solidFill>
                  <a:srgbClr val="323232"/>
                </a:solidFill>
              </a:defRPr>
            </a:pPr>
            <a:r>
              <a:t>当前已具备标识注册、数字对象管理、资源绑定、跨节点解析、认证接入、MCP 调用和研究前端展示能力。</a:t>
            </a:r>
          </a:p>
          <a:p>
            <a:pPr>
              <a:spcAft>
                <a:spcPts val="800"/>
              </a:spcAft>
              <a:defRPr sz="1900">
                <a:solidFill>
                  <a:srgbClr val="323232"/>
                </a:solidFill>
              </a:defRPr>
            </a:pPr>
            <a:r>
              <a:t>后续工作将围绕可靠性完善、前端优化、实验测试和论文撰写展开，按计划推进最终答辩。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77852"/>
                </a:solidFill>
              </a:rPr>
              <a:t>谢谢各位老师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